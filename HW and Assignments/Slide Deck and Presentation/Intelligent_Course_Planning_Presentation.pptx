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209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4127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84769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329985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21224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00917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02945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680332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376701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1885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402847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84039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457951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31167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95921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13355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63152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93179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n-US"/>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10/27/2025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93248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mailto:mauryakj@mail.uc.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Intelligent Course Planning Platform</a:t>
            </a:r>
          </a:p>
        </p:txBody>
      </p:sp>
      <p:sp>
        <p:nvSpPr>
          <p:cNvPr id="3" name="Content Placeholder 2"/>
          <p:cNvSpPr>
            <a:spLocks noGrp="1"/>
          </p:cNvSpPr>
          <p:nvPr>
            <p:ph idx="1"/>
          </p:nvPr>
        </p:nvSpPr>
        <p:spPr/>
        <p:txBody>
          <a:bodyPr/>
          <a:lstStyle/>
          <a:p>
            <a:pPr>
              <a:defRPr sz="1800"/>
            </a:pPr>
            <a:r>
              <a:t>Purpose: Design a smart, data-driven platform that helps students plan their academic journey.</a:t>
            </a:r>
          </a:p>
          <a:p>
            <a:pPr>
              <a:defRPr sz="1800"/>
            </a:pPr>
            <a:endParaRPr/>
          </a:p>
          <a:p>
            <a:pPr>
              <a:defRPr sz="1800"/>
            </a:pPr>
            <a:r>
              <a:t>• Simplify academic planning and course selection.</a:t>
            </a:r>
          </a:p>
          <a:p>
            <a:pPr>
              <a:defRPr sz="1800"/>
            </a:pPr>
            <a:r>
              <a:t>• Provide GPA projections and professor insights.</a:t>
            </a:r>
          </a:p>
          <a:p>
            <a:pPr>
              <a:defRPr sz="1800"/>
            </a:pPr>
            <a:r>
              <a:t>• Encourage collaboration through study groups and mentoring.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Team &amp; Advisor</a:t>
            </a:r>
          </a:p>
        </p:txBody>
      </p:sp>
      <p:sp>
        <p:nvSpPr>
          <p:cNvPr id="3" name="Content Placeholder 2"/>
          <p:cNvSpPr>
            <a:spLocks noGrp="1"/>
          </p:cNvSpPr>
          <p:nvPr>
            <p:ph idx="1"/>
          </p:nvPr>
        </p:nvSpPr>
        <p:spPr/>
        <p:txBody>
          <a:bodyPr/>
          <a:lstStyle/>
          <a:p>
            <a:pPr>
              <a:defRPr sz="1800"/>
            </a:pPr>
            <a:r>
              <a:rPr dirty="0"/>
              <a:t>Team Members:</a:t>
            </a:r>
          </a:p>
          <a:p>
            <a:pPr>
              <a:defRPr sz="1800"/>
            </a:pPr>
            <a:r>
              <a:rPr dirty="0"/>
              <a:t>• Kshitij Maurya – Database, System Design, UI Wireframes</a:t>
            </a:r>
          </a:p>
          <a:p>
            <a:pPr>
              <a:defRPr sz="1800"/>
            </a:pPr>
            <a:r>
              <a:rPr dirty="0"/>
              <a:t>• Saksh Menon – Backend API, Frontend Development, Integration</a:t>
            </a:r>
          </a:p>
          <a:p>
            <a:pPr>
              <a:defRPr sz="1800"/>
            </a:pPr>
            <a:endParaRPr dirty="0"/>
          </a:p>
          <a:p>
            <a:pPr>
              <a:defRPr sz="1800"/>
            </a:pPr>
            <a:r>
              <a:rPr dirty="0"/>
              <a:t>Advisor: [Advisor Name]</a:t>
            </a:r>
          </a:p>
          <a:p>
            <a:pPr>
              <a:defRPr sz="1800"/>
            </a:pPr>
            <a:r>
              <a:rPr dirty="0"/>
              <a:t>Contacts: </a:t>
            </a:r>
            <a:r>
              <a:rPr lang="en-US" dirty="0">
                <a:hlinkClick r:id="rId2"/>
              </a:rPr>
              <a:t>mauryakj@mail.uc.edu</a:t>
            </a:r>
            <a:r>
              <a:rPr lang="en-US" dirty="0"/>
              <a:t>, menonsv@mail.uc.edu</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Abstract</a:t>
            </a:r>
          </a:p>
        </p:txBody>
      </p:sp>
      <p:sp>
        <p:nvSpPr>
          <p:cNvPr id="3" name="Content Placeholder 2"/>
          <p:cNvSpPr>
            <a:spLocks noGrp="1"/>
          </p:cNvSpPr>
          <p:nvPr>
            <p:ph idx="1"/>
          </p:nvPr>
        </p:nvSpPr>
        <p:spPr/>
        <p:txBody>
          <a:bodyPr/>
          <a:lstStyle/>
          <a:p>
            <a:pPr>
              <a:defRPr sz="1800"/>
            </a:pPr>
            <a:r>
              <a:t>The Intelligent Course Planning Platform is a web-based tool that helps students visualize and plan their academic path to graduation. By combining course data, GPA trends, and personalized progress tracking, it provides smarter recommendations for course selection and workload balance. The platform also includes collaborative features like mentor matching and study group discovery to improve engagement and success.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Stories</a:t>
            </a:r>
          </a:p>
        </p:txBody>
      </p:sp>
      <p:sp>
        <p:nvSpPr>
          <p:cNvPr id="3" name="Content Placeholder 2"/>
          <p:cNvSpPr>
            <a:spLocks noGrp="1"/>
          </p:cNvSpPr>
          <p:nvPr>
            <p:ph idx="1"/>
          </p:nvPr>
        </p:nvSpPr>
        <p:spPr/>
        <p:txBody>
          <a:bodyPr/>
          <a:lstStyle/>
          <a:p>
            <a:pPr>
              <a:defRPr sz="1800"/>
            </a:pPr>
            <a:endParaRPr/>
          </a:p>
          <a:p>
            <a:pPr>
              <a:defRPr sz="1800"/>
            </a:pPr>
            <a:r>
              <a:t>• As a student, I want to create a semester plan that meets degree requirements.</a:t>
            </a:r>
          </a:p>
          <a:p>
            <a:pPr>
              <a:defRPr sz="1800"/>
            </a:pPr>
            <a:r>
              <a:t>• As a transfer student, I want to import my completed credits to map my remaining courses.</a:t>
            </a:r>
          </a:p>
          <a:p>
            <a:pPr>
              <a:defRPr sz="1800"/>
            </a:pPr>
            <a:r>
              <a:t>• As a student choosing courses, I want to compare professors and GPA averages.</a:t>
            </a:r>
          </a:p>
          <a:p>
            <a:pPr>
              <a:defRPr sz="1800"/>
            </a:pPr>
            <a:r>
              <a:t>• As an advisor, I want to review and approve students' proposed plans.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Diagrams Overview</a:t>
            </a:r>
          </a:p>
        </p:txBody>
      </p:sp>
      <p:sp>
        <p:nvSpPr>
          <p:cNvPr id="3" name="Content Placeholder 2"/>
          <p:cNvSpPr>
            <a:spLocks noGrp="1"/>
          </p:cNvSpPr>
          <p:nvPr>
            <p:ph idx="1"/>
          </p:nvPr>
        </p:nvSpPr>
        <p:spPr/>
        <p:txBody>
          <a:bodyPr/>
          <a:lstStyle/>
          <a:p>
            <a:pPr>
              <a:defRPr sz="1800"/>
            </a:pPr>
            <a:endParaRPr/>
          </a:p>
          <a:p>
            <a:pPr>
              <a:defRPr sz="1800"/>
            </a:pPr>
            <a:r>
              <a:t>• D0: Inputs (Degree Catalog, Student Profile) → Platform → Outputs (Plans, GPA Forecasts)</a:t>
            </a:r>
          </a:p>
          <a:p>
            <a:pPr>
              <a:defRPr sz="1800"/>
            </a:pPr>
            <a:r>
              <a:t>• D1: Subsystems – Data Ingestion, Planning Engine, GPA Predictor, Collaboration, UI</a:t>
            </a:r>
          </a:p>
          <a:p>
            <a:pPr>
              <a:defRPr sz="1800"/>
            </a:pPr>
            <a:r>
              <a:t>• D2: Planning Engine Modules – Constraint Solver, Pathway Recommender, What-If Simulator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Major Project Constraints</a:t>
            </a:r>
          </a:p>
        </p:txBody>
      </p:sp>
      <p:sp>
        <p:nvSpPr>
          <p:cNvPr id="3" name="Content Placeholder 2"/>
          <p:cNvSpPr>
            <a:spLocks noGrp="1"/>
          </p:cNvSpPr>
          <p:nvPr>
            <p:ph idx="1"/>
          </p:nvPr>
        </p:nvSpPr>
        <p:spPr/>
        <p:txBody>
          <a:bodyPr/>
          <a:lstStyle/>
          <a:p>
            <a:pPr>
              <a:defRPr sz="1800"/>
            </a:pPr>
            <a:endParaRPr/>
          </a:p>
          <a:p>
            <a:pPr>
              <a:defRPr sz="1800"/>
            </a:pPr>
            <a:r>
              <a:t>• Economic: Reliance on open-source tools and university resources.</a:t>
            </a:r>
          </a:p>
          <a:p>
            <a:pPr>
              <a:defRPr sz="1800"/>
            </a:pPr>
            <a:r>
              <a:t>• Ethical: Protecting academic data privacy and ensuring algorithm fairness.</a:t>
            </a:r>
          </a:p>
          <a:p>
            <a:pPr>
              <a:defRPr sz="1800"/>
            </a:pPr>
            <a:r>
              <a:t>• Security: Encrypted storage, authentication, and secure communication.</a:t>
            </a:r>
          </a:p>
          <a:p>
            <a:pPr>
              <a:defRPr sz="1800"/>
            </a:pPr>
            <a:r>
              <a:t>• Social: Promoting accessibility, collaboration, and positive student outcomes.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Progress</a:t>
            </a:r>
          </a:p>
        </p:txBody>
      </p:sp>
      <p:sp>
        <p:nvSpPr>
          <p:cNvPr id="3" name="Content Placeholder 2"/>
          <p:cNvSpPr>
            <a:spLocks noGrp="1"/>
          </p:cNvSpPr>
          <p:nvPr>
            <p:ph idx="1"/>
          </p:nvPr>
        </p:nvSpPr>
        <p:spPr/>
        <p:txBody>
          <a:bodyPr/>
          <a:lstStyle/>
          <a:p>
            <a:pPr>
              <a:defRPr sz="1800"/>
            </a:pPr>
            <a:endParaRPr/>
          </a:p>
          <a:p>
            <a:pPr>
              <a:defRPr sz="1800"/>
            </a:pPr>
            <a:r>
              <a:t>• Completed: Requirements, design diagrams, database schema, backend prototype.</a:t>
            </a:r>
          </a:p>
          <a:p>
            <a:pPr>
              <a:defRPr sz="1800"/>
            </a:pPr>
            <a:r>
              <a:t>• In Progress: Frontend integration and GPA prediction module.</a:t>
            </a:r>
          </a:p>
          <a:p>
            <a:pPr>
              <a:defRPr sz="1800"/>
            </a:pPr>
            <a:r>
              <a:t>• Next: Collaboration features and full testing.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Accomplishments (End of Term)</a:t>
            </a:r>
          </a:p>
        </p:txBody>
      </p:sp>
      <p:sp>
        <p:nvSpPr>
          <p:cNvPr id="3" name="Content Placeholder 2"/>
          <p:cNvSpPr>
            <a:spLocks noGrp="1"/>
          </p:cNvSpPr>
          <p:nvPr>
            <p:ph idx="1"/>
          </p:nvPr>
        </p:nvSpPr>
        <p:spPr/>
        <p:txBody>
          <a:bodyPr/>
          <a:lstStyle/>
          <a:p>
            <a:pPr>
              <a:defRPr sz="1800"/>
            </a:pPr>
            <a:endParaRPr/>
          </a:p>
          <a:p>
            <a:pPr>
              <a:defRPr sz="1800"/>
            </a:pPr>
            <a:r>
              <a:t>• Fully integrated prototype with planning and GPA forecasting features.</a:t>
            </a:r>
          </a:p>
          <a:p>
            <a:pPr>
              <a:defRPr sz="1800"/>
            </a:pPr>
            <a:r>
              <a:t>• User-ready interface for testing and advisor feedback.</a:t>
            </a:r>
          </a:p>
          <a:p>
            <a:pPr>
              <a:defRPr sz="1800"/>
            </a:pPr>
            <a:r>
              <a:t>• Complete documentation and presentation materials.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Division of Work</a:t>
            </a:r>
          </a:p>
        </p:txBody>
      </p:sp>
      <p:sp>
        <p:nvSpPr>
          <p:cNvPr id="3" name="Content Placeholder 2"/>
          <p:cNvSpPr>
            <a:spLocks noGrp="1"/>
          </p:cNvSpPr>
          <p:nvPr>
            <p:ph idx="1"/>
          </p:nvPr>
        </p:nvSpPr>
        <p:spPr/>
        <p:txBody>
          <a:bodyPr>
            <a:normAutofit fontScale="92500" lnSpcReduction="20000"/>
          </a:bodyPr>
          <a:lstStyle/>
          <a:p>
            <a:pPr>
              <a:defRPr sz="1800"/>
            </a:pPr>
            <a:r>
              <a:rPr dirty="0"/>
              <a:t>Kshitij Maurya:</a:t>
            </a:r>
          </a:p>
          <a:p>
            <a:pPr>
              <a:defRPr sz="1800"/>
            </a:pPr>
            <a:r>
              <a:rPr dirty="0"/>
              <a:t>• Database &amp; Schema Design</a:t>
            </a:r>
          </a:p>
          <a:p>
            <a:pPr>
              <a:defRPr sz="1800"/>
            </a:pPr>
            <a:r>
              <a:rPr dirty="0"/>
              <a:t>• System &amp; UI Design</a:t>
            </a:r>
          </a:p>
          <a:p>
            <a:pPr>
              <a:defRPr sz="1800"/>
            </a:pPr>
            <a:endParaRPr dirty="0"/>
          </a:p>
          <a:p>
            <a:pPr>
              <a:defRPr sz="1800"/>
            </a:pPr>
            <a:r>
              <a:rPr dirty="0"/>
              <a:t>Saksh Menon:</a:t>
            </a:r>
          </a:p>
          <a:p>
            <a:pPr>
              <a:defRPr sz="1800"/>
            </a:pPr>
            <a:r>
              <a:rPr dirty="0"/>
              <a:t>• Backend API &amp; Frontend Development</a:t>
            </a:r>
            <a:endParaRPr lang="en-US" dirty="0"/>
          </a:p>
          <a:p>
            <a:pPr>
              <a:defRPr sz="1800"/>
            </a:pPr>
            <a:r>
              <a:rPr lang="en-US" dirty="0"/>
              <a:t>• GPA &amp; Validation Modules</a:t>
            </a:r>
            <a:endParaRPr dirty="0"/>
          </a:p>
          <a:p>
            <a:pPr>
              <a:defRPr sz="1800"/>
            </a:pPr>
            <a:endParaRPr dirty="0"/>
          </a:p>
          <a:p>
            <a:pPr>
              <a:defRPr sz="1800"/>
            </a:pPr>
            <a:r>
              <a:rPr dirty="0"/>
              <a:t>Both:</a:t>
            </a:r>
          </a:p>
          <a:p>
            <a:pPr>
              <a:defRPr sz="1800"/>
            </a:pPr>
            <a:r>
              <a:rPr dirty="0"/>
              <a:t>• Testing, Integration, Documentation, Presentation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Demo at Expo</a:t>
            </a:r>
          </a:p>
        </p:txBody>
      </p:sp>
      <p:sp>
        <p:nvSpPr>
          <p:cNvPr id="3" name="Content Placeholder 2"/>
          <p:cNvSpPr>
            <a:spLocks noGrp="1"/>
          </p:cNvSpPr>
          <p:nvPr>
            <p:ph idx="1"/>
          </p:nvPr>
        </p:nvSpPr>
        <p:spPr/>
        <p:txBody>
          <a:bodyPr>
            <a:normAutofit lnSpcReduction="10000"/>
          </a:bodyPr>
          <a:lstStyle/>
          <a:p>
            <a:pPr>
              <a:defRPr sz="1800"/>
            </a:pPr>
            <a:r>
              <a:t>Core Demo:</a:t>
            </a:r>
          </a:p>
          <a:p>
            <a:pPr>
              <a:defRPr sz="1800"/>
            </a:pPr>
            <a:r>
              <a:t>• Semester planning, GPA forecasting, course visualization.</a:t>
            </a:r>
          </a:p>
          <a:p>
            <a:pPr>
              <a:defRPr sz="1800"/>
            </a:pPr>
            <a:endParaRPr/>
          </a:p>
          <a:p>
            <a:pPr>
              <a:defRPr sz="1800"/>
            </a:pPr>
            <a:r>
              <a:t>Stretch Goal:</a:t>
            </a:r>
          </a:p>
          <a:p>
            <a:pPr>
              <a:defRPr sz="1800"/>
            </a:pPr>
            <a:r>
              <a:t>• Study group and mentor recommendations.</a:t>
            </a:r>
          </a:p>
          <a:p>
            <a:pPr>
              <a:defRPr sz="1800"/>
            </a:pPr>
            <a:endParaRPr/>
          </a:p>
          <a:p>
            <a:pPr>
              <a:defRPr sz="1800"/>
            </a:pPr>
            <a:r>
              <a:t>Outcome:</a:t>
            </a:r>
          </a:p>
          <a:p>
            <a:pPr>
              <a:defRPr sz="1800"/>
            </a:pPr>
            <a:r>
              <a:t>• Showcase an intelligent, student-centric academic planning platform.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5</TotalTime>
  <Words>488</Words>
  <Application>Microsoft Office PowerPoint</Application>
  <PresentationFormat>On-screen Show (4:3)</PresentationFormat>
  <Paragraphs>62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Intelligent Course Planning Platform</vt:lpstr>
      <vt:lpstr>Team &amp; Advisor</vt:lpstr>
      <vt:lpstr>Project Abstract</vt:lpstr>
      <vt:lpstr>User Stories</vt:lpstr>
      <vt:lpstr>Design Diagrams Overview</vt:lpstr>
      <vt:lpstr>Major Project Constraints</vt:lpstr>
      <vt:lpstr>Project Progress</vt:lpstr>
      <vt:lpstr>Expected Accomplishments (End of Term)</vt:lpstr>
      <vt:lpstr>Division of Work</vt:lpstr>
      <vt:lpstr>Expected Demo at Expo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Maurya, Kshitij (mauryakj)</cp:lastModifiedBy>
  <cp:revision>3</cp:revision>
  <dcterms:created xsi:type="dcterms:W3CDTF">2013-01-27T09:14:16Z</dcterms:created>
  <dcterms:modified xsi:type="dcterms:W3CDTF">2025-10-27T20:31:55Z</dcterms:modified>
  <cp:category/>
</cp:coreProperties>
</file>